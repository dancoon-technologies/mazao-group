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5E20"/>
                </a:solidFill>
              </a:defRPr>
            </a:pPr>
            <a:r>
              <a:t>Mazao Group System 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Extension Officer Visit Monitoring — How to use all features and roles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Purpose: Monitor extension officers and prevent ghost visits using GPS + photo verification.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Platforms: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Key concepts: Farmers (people), Farms (plots), Visits (recorded with proof), Schedules (planned visits).</a:t>
            </a:r>
          </a:p>
          <a:p>
            <a:pPr>
              <a:spcAft>
                <a:spcPts val="200"/>
              </a:spcAft>
              <a:defRPr sz="1400">
                <a:solidFill>
                  <a:srgbClr val="212121"/>
                </a:solidFill>
              </a:defRPr>
            </a:pPr>
            <a:r>
              <a:t>  ◦ Mobile app — Extension Officers (record visits, add farmers, propose schedules).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Admin — Full access: all data, staff management, invite/deactivate users, assign department/region.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Supervisor — Department/region scope: dashboard, visits list, approve/reject schedule proposals. No Staff page.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Extension Officer — Own data only: assigned farmers, own visits and schedules. Can record visits, add farmers, propose schedules.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Where to Use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Web app: Used by Admin and Supervisor (and Officers for farmers/schedules only).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Mobile app: Used mainly by Extension Officers; Admins/Supervisors can also use it (e.g. to create schedules and assign officers).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Farmers do not log in — they are managed by staff in the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Logging In (Web)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Open the web app and go to the login page.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Enter your email and password, then sign in.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If you must change password: you will be redirected to Change Password; set a new password and continue.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After login: Admins and Supervisors go to Dashboard; Officers go to Farmers.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Logging In (Mobile)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Open the mobile app and enter email and password.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If required, complete Change Password first.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Use Unlock (e.g. biometric) when reopening the app to access the main tabs.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Tabs: Home, Visits, Record (center button), Farmers,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Dashboard (Admin &amp; Supervisor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View organisation-wide (Admin) or department-scoped (Supervisor) stats and charts.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Stats: visits today/month, active officers, and similar metrics.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Charts: visits by day, visits by activity type, top officers, schedules summary.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Use the day-range selector (e.g. 7, 14, 30 days) for time-based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Farmers &amp; Farms (Web)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Farmers: List and create farmers; assign an Extension Officer to each farmer.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Farms: List and create farms (plot/location); link each farm to a farmer (county, sub-county, village, location, plot size, crop).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Officers see only their assigned farmers; Admins/Supervisors see farmers in scope (department/region or all).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Farmers &amp; Farms (Mobile)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Farmers tab: View your assigned farmers and their details.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Add farmer: Use the flow to add a new farmer (name, phone) and at least one farm (location, county, sub-county, village, plot size, crop).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You can add more farms to an existing farmer from farmer detail.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Visits (Web — Admin &amp; Supervisor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Visits page: List all visits in scope; filter by officer and date.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View visit details: farmer, farm (if any), officer, GPS, photo, activity type, verification status, notes.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Verify: Visits are verified or rejected by the system using GPS distance and required photo; you review and monitor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Recording a Visit (Mobile)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Tap the center Record button (or go to Record Visit from the app).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Select the farmer (or add a new farmer first). Optionally select a specific farm (plot).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Capture photo and allow GPS; add activity type, notes, and any report fields as required.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Submit. The system checks distance from your location to the farmer/farm; visits beyond the threshold are rejected (anti–ghost visit).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Schedules (Web)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All roles can open the Schedules page.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Admin/Supervisor: Create schedules (date, optional farmer, notes) and assign an officer; view and approve or reject proposals.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Officer: View own schedules and proposals only.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Approval: Supervisors (and Admins) accept or reject schedule proposals from officers; officers can see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Schedules (Mobile — Propose &amp; Edit)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Propose schedule: Create a new schedule (date, optional farmer, notes). Officers propose for themselves; Admins/Supervisors can assign an officer.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Edit schedule: Open a schedule and edit date, farmer, or notes; save changes.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After a Supervisor/Admin approves or rejects, the status updates; check notifications for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Staff (Admin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Staff page: List all staff; invite new users (email, role: Supervisor or Extension Officer).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Edit staff: Change department, region, or role; deactivate a user (removes access, keeps data).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Resend credentials: Send password-set or login instructions again to a user.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Web: Bell icon shows unread count; open to list notifications, mark as read, or archive.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Mobile: List on the Notifications screen; tap to open. Push notifications can open this screen.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Use for schedule approvals, important updates, and system messages.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Locations &amp;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Locations: Use Kenya regions/counties (and sub-county, village) when adding farms or filtering.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Options: Departments (Mazao na afya, Agritech, AgriPriize), staff roles, and activity types are loaded from the backend for dropdowns and filters.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Quick Reference by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Admin: Dashboard, Farmers, Farms, Visits, Schedules, Staff; invite/edit/deactivate users; approve schedules.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Supervisor: Dashboard, Farmers, Farms, Visits, Schedules; approve/reject schedule proposals; no Staff.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Extension Officer (web): Farmers, Farms, Schedules (own); no Dashboard, no Visits list, no Staff.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Extension Officer (mobile): Home, Visits, Record visit, Farmers, Propose/Edit schedule, Notifications, Profile.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Mazao Group system helps prevent ghost visits with GPS + photo verification.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Three roles: Admin (full), Supervisor (department-scoped), Extension Officer (own data).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Web: dashboards, visit lists, schedule approval, staff management (admin). Mobile: record visits, add farmers, propose/edit schedules.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For API and deployment details, see backend/docs/ and the project README.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